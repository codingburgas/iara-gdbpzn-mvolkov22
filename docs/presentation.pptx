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nva Sans" charset="1" panose="020B0503030501040103"/>
      <p:regular r:id="rId10"/>
    </p:embeddedFont>
    <p:embeddedFont>
      <p:font typeface="Poppins" charset="1" panose="00000500000000000000"/>
      <p:regular r:id="rId11"/>
    </p:embeddedFont>
    <p:embeddedFont>
      <p:font typeface="Open Sans" charset="1" panose="020B0606030504020204"/>
      <p:regular r:id="rId12"/>
    </p:embeddedFont>
    <p:embeddedFont>
      <p:font typeface="Inter" charset="1" panose="0200050300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3822"/>
            <a:ext cx="6877437" cy="10474645"/>
            <a:chOff x="0" y="0"/>
            <a:chExt cx="1065495" cy="1622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5495" cy="1622797"/>
            </a:xfrm>
            <a:custGeom>
              <a:avLst/>
              <a:gdLst/>
              <a:ahLst/>
              <a:cxnLst/>
              <a:rect r="r" b="b" t="t" l="l"/>
              <a:pathLst>
                <a:path h="1622797" w="1065495">
                  <a:moveTo>
                    <a:pt x="0" y="0"/>
                  </a:moveTo>
                  <a:lnTo>
                    <a:pt x="1065495" y="0"/>
                  </a:lnTo>
                  <a:lnTo>
                    <a:pt x="1065495" y="1622797"/>
                  </a:lnTo>
                  <a:lnTo>
                    <a:pt x="0" y="1622797"/>
                  </a:lnTo>
                  <a:close/>
                </a:path>
              </a:pathLst>
            </a:custGeom>
            <a:blipFill>
              <a:blip r:embed="rId2"/>
              <a:stretch>
                <a:fillRect l="-6854" t="0" r="-3916" b="-9094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9406349" y="9354974"/>
            <a:ext cx="5721345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23250" y="614344"/>
            <a:ext cx="614078" cy="614078"/>
          </a:xfrm>
          <a:custGeom>
            <a:avLst/>
            <a:gdLst/>
            <a:ahLst/>
            <a:cxnLst/>
            <a:rect r="r" b="b" t="t" l="l"/>
            <a:pathLst>
              <a:path h="614078" w="614078">
                <a:moveTo>
                  <a:pt x="0" y="0"/>
                </a:moveTo>
                <a:lnTo>
                  <a:pt x="614078" y="0"/>
                </a:lnTo>
                <a:lnTo>
                  <a:pt x="614078" y="614078"/>
                </a:lnTo>
                <a:lnTo>
                  <a:pt x="0" y="61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81754" y="1028700"/>
            <a:ext cx="2449191" cy="2450723"/>
          </a:xfrm>
          <a:custGeom>
            <a:avLst/>
            <a:gdLst/>
            <a:ahLst/>
            <a:cxnLst/>
            <a:rect r="r" b="b" t="t" l="l"/>
            <a:pathLst>
              <a:path h="2450723" w="2449191">
                <a:moveTo>
                  <a:pt x="0" y="0"/>
                </a:moveTo>
                <a:lnTo>
                  <a:pt x="2449191" y="0"/>
                </a:lnTo>
                <a:lnTo>
                  <a:pt x="2449191" y="2450723"/>
                </a:lnTo>
                <a:lnTo>
                  <a:pt x="0" y="2450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56963" y="1520748"/>
            <a:ext cx="6302337" cy="172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2"/>
              </a:lnSpc>
            </a:pPr>
            <a:r>
              <a:rPr lang="en-US" sz="13002" spc="-767">
                <a:solidFill>
                  <a:srgbClr val="052E40"/>
                </a:solidFill>
                <a:latin typeface="Canva Sans"/>
                <a:ea typeface="Canva Sans"/>
                <a:cs typeface="Canva Sans"/>
                <a:sym typeface="Canva Sans"/>
              </a:rPr>
              <a:t>ИАРА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39270" y="8643002"/>
            <a:ext cx="4269350" cy="46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2929" spc="-102">
                <a:solidFill>
                  <a:srgbClr val="052E40"/>
                </a:solidFill>
                <a:latin typeface="Poppins"/>
                <a:ea typeface="Poppins"/>
                <a:cs typeface="Poppins"/>
                <a:sym typeface="Poppins"/>
              </a:rPr>
              <a:t>Микита Волков 10 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28568" y="3858096"/>
            <a:ext cx="8930732" cy="169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3"/>
              </a:lnSpc>
              <a:spcBef>
                <a:spcPct val="0"/>
              </a:spcBef>
            </a:pPr>
            <a:r>
              <a:rPr lang="en-US" sz="4745" spc="-279">
                <a:solidFill>
                  <a:srgbClr val="0275C5"/>
                </a:solidFill>
                <a:latin typeface="Poppins"/>
                <a:ea typeface="Poppins"/>
                <a:cs typeface="Poppins"/>
                <a:sym typeface="Poppins"/>
              </a:rPr>
              <a:t>Изпълнителна агенция по рибарство и аквакултури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1318" y="733307"/>
            <a:ext cx="1681550" cy="44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3469" spc="-204">
                <a:solidFill>
                  <a:srgbClr val="0275C5"/>
                </a:solidFill>
                <a:latin typeface="Canva Sans"/>
                <a:ea typeface="Canva Sans"/>
                <a:cs typeface="Canva Sans"/>
                <a:sym typeface="Canva Sans"/>
              </a:rPr>
              <a:t>ИАРА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90298" y="921383"/>
            <a:ext cx="6240317" cy="3942653"/>
            <a:chOff x="0" y="0"/>
            <a:chExt cx="1675937" cy="1058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5937" cy="1058863"/>
            </a:xfrm>
            <a:custGeom>
              <a:avLst/>
              <a:gdLst/>
              <a:ahLst/>
              <a:cxnLst/>
              <a:rect r="r" b="b" t="t" l="l"/>
              <a:pathLst>
                <a:path h="1058863" w="1675937">
                  <a:moveTo>
                    <a:pt x="27294" y="0"/>
                  </a:moveTo>
                  <a:lnTo>
                    <a:pt x="1648643" y="0"/>
                  </a:lnTo>
                  <a:cubicBezTo>
                    <a:pt x="1655882" y="0"/>
                    <a:pt x="1662824" y="2876"/>
                    <a:pt x="1667943" y="7994"/>
                  </a:cubicBezTo>
                  <a:cubicBezTo>
                    <a:pt x="1673062" y="13113"/>
                    <a:pt x="1675937" y="20055"/>
                    <a:pt x="1675937" y="27294"/>
                  </a:cubicBezTo>
                  <a:lnTo>
                    <a:pt x="1675937" y="1031569"/>
                  </a:lnTo>
                  <a:cubicBezTo>
                    <a:pt x="1675937" y="1038808"/>
                    <a:pt x="1673062" y="1045750"/>
                    <a:pt x="1667943" y="1050868"/>
                  </a:cubicBezTo>
                  <a:cubicBezTo>
                    <a:pt x="1662824" y="1055987"/>
                    <a:pt x="1655882" y="1058863"/>
                    <a:pt x="1648643" y="1058863"/>
                  </a:cubicBezTo>
                  <a:lnTo>
                    <a:pt x="27294" y="1058863"/>
                  </a:lnTo>
                  <a:cubicBezTo>
                    <a:pt x="20055" y="1058863"/>
                    <a:pt x="13113" y="1055987"/>
                    <a:pt x="7994" y="1050868"/>
                  </a:cubicBezTo>
                  <a:cubicBezTo>
                    <a:pt x="2876" y="1045750"/>
                    <a:pt x="0" y="1038808"/>
                    <a:pt x="0" y="1031569"/>
                  </a:cubicBezTo>
                  <a:lnTo>
                    <a:pt x="0" y="27294"/>
                  </a:lnTo>
                  <a:cubicBezTo>
                    <a:pt x="0" y="20055"/>
                    <a:pt x="2876" y="13113"/>
                    <a:pt x="7994" y="7994"/>
                  </a:cubicBezTo>
                  <a:cubicBezTo>
                    <a:pt x="13113" y="2876"/>
                    <a:pt x="20055" y="0"/>
                    <a:pt x="27294" y="0"/>
                  </a:cubicBezTo>
                  <a:close/>
                </a:path>
              </a:pathLst>
            </a:custGeom>
            <a:blipFill>
              <a:blip r:embed="rId2"/>
              <a:stretch>
                <a:fillRect l="-7163" t="0" r="-716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23250" y="614344"/>
            <a:ext cx="614078" cy="614078"/>
          </a:xfrm>
          <a:custGeom>
            <a:avLst/>
            <a:gdLst/>
            <a:ahLst/>
            <a:cxnLst/>
            <a:rect r="r" b="b" t="t" l="l"/>
            <a:pathLst>
              <a:path h="614078" w="614078">
                <a:moveTo>
                  <a:pt x="0" y="0"/>
                </a:moveTo>
                <a:lnTo>
                  <a:pt x="614078" y="0"/>
                </a:lnTo>
                <a:lnTo>
                  <a:pt x="614078" y="614078"/>
                </a:lnTo>
                <a:lnTo>
                  <a:pt x="0" y="61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885334"/>
            <a:ext cx="3000102" cy="2075708"/>
          </a:xfrm>
          <a:custGeom>
            <a:avLst/>
            <a:gdLst/>
            <a:ahLst/>
            <a:cxnLst/>
            <a:rect r="r" b="b" t="t" l="l"/>
            <a:pathLst>
              <a:path h="2075708" w="3000102">
                <a:moveTo>
                  <a:pt x="0" y="0"/>
                </a:moveTo>
                <a:lnTo>
                  <a:pt x="3000102" y="0"/>
                </a:lnTo>
                <a:lnTo>
                  <a:pt x="3000102" y="2075708"/>
                </a:lnTo>
                <a:lnTo>
                  <a:pt x="0" y="2075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90" t="0" r="-189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7328" y="5369304"/>
            <a:ext cx="2057276" cy="1544685"/>
          </a:xfrm>
          <a:custGeom>
            <a:avLst/>
            <a:gdLst/>
            <a:ahLst/>
            <a:cxnLst/>
            <a:rect r="r" b="b" t="t" l="l"/>
            <a:pathLst>
              <a:path h="1544685" w="2057276">
                <a:moveTo>
                  <a:pt x="0" y="0"/>
                </a:moveTo>
                <a:lnTo>
                  <a:pt x="2057276" y="0"/>
                </a:lnTo>
                <a:lnTo>
                  <a:pt x="2057276" y="1544685"/>
                </a:lnTo>
                <a:lnTo>
                  <a:pt x="0" y="1544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80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33405" y="8122971"/>
            <a:ext cx="1600434" cy="1600434"/>
          </a:xfrm>
          <a:custGeom>
            <a:avLst/>
            <a:gdLst/>
            <a:ahLst/>
            <a:cxnLst/>
            <a:rect r="r" b="b" t="t" l="l"/>
            <a:pathLst>
              <a:path h="1600434" w="1600434">
                <a:moveTo>
                  <a:pt x="0" y="0"/>
                </a:moveTo>
                <a:lnTo>
                  <a:pt x="1600434" y="0"/>
                </a:lnTo>
                <a:lnTo>
                  <a:pt x="1600434" y="1600434"/>
                </a:lnTo>
                <a:lnTo>
                  <a:pt x="0" y="1600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38530" y="4825532"/>
            <a:ext cx="3383021" cy="3297439"/>
          </a:xfrm>
          <a:custGeom>
            <a:avLst/>
            <a:gdLst/>
            <a:ahLst/>
            <a:cxnLst/>
            <a:rect r="r" b="b" t="t" l="l"/>
            <a:pathLst>
              <a:path h="3297439" w="3383021">
                <a:moveTo>
                  <a:pt x="0" y="0"/>
                </a:moveTo>
                <a:lnTo>
                  <a:pt x="3383021" y="0"/>
                </a:lnTo>
                <a:lnTo>
                  <a:pt x="3383021" y="3297439"/>
                </a:lnTo>
                <a:lnTo>
                  <a:pt x="0" y="3297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59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39304" y="4431660"/>
            <a:ext cx="3691312" cy="3691312"/>
          </a:xfrm>
          <a:custGeom>
            <a:avLst/>
            <a:gdLst/>
            <a:ahLst/>
            <a:cxnLst/>
            <a:rect r="r" b="b" t="t" l="l"/>
            <a:pathLst>
              <a:path h="3691312" w="3691312">
                <a:moveTo>
                  <a:pt x="0" y="0"/>
                </a:moveTo>
                <a:lnTo>
                  <a:pt x="3691311" y="0"/>
                </a:lnTo>
                <a:lnTo>
                  <a:pt x="3691311" y="3691311"/>
                </a:lnTo>
                <a:lnTo>
                  <a:pt x="0" y="36913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20325" y="8582278"/>
            <a:ext cx="4510291" cy="1021039"/>
          </a:xfrm>
          <a:custGeom>
            <a:avLst/>
            <a:gdLst/>
            <a:ahLst/>
            <a:cxnLst/>
            <a:rect r="r" b="b" t="t" l="l"/>
            <a:pathLst>
              <a:path h="1021039" w="4510291">
                <a:moveTo>
                  <a:pt x="0" y="0"/>
                </a:moveTo>
                <a:lnTo>
                  <a:pt x="4510290" y="0"/>
                </a:lnTo>
                <a:lnTo>
                  <a:pt x="4510290" y="1021039"/>
                </a:lnTo>
                <a:lnTo>
                  <a:pt x="0" y="10210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4024" b="-12742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3250" y="1400719"/>
            <a:ext cx="8423998" cy="342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12" indent="-518156" lvl="1">
              <a:lnSpc>
                <a:spcPts val="9167"/>
              </a:lnSpc>
              <a:buFont typeface="Arial"/>
              <a:buChar char="•"/>
            </a:pPr>
            <a:r>
              <a:rPr lang="en-US" sz="4799" spc="-283">
                <a:solidFill>
                  <a:srgbClr val="052E40"/>
                </a:solidFill>
                <a:latin typeface="Poppins"/>
                <a:ea typeface="Poppins"/>
                <a:cs typeface="Poppins"/>
                <a:sym typeface="Poppins"/>
              </a:rPr>
              <a:t>Какво представлява ИАРА</a:t>
            </a:r>
          </a:p>
          <a:p>
            <a:pPr algn="l" marL="1036312" indent="-518156" lvl="1">
              <a:lnSpc>
                <a:spcPts val="9167"/>
              </a:lnSpc>
              <a:buFont typeface="Arial"/>
              <a:buChar char="•"/>
            </a:pPr>
            <a:r>
              <a:rPr lang="en-US" sz="4799" spc="-283">
                <a:solidFill>
                  <a:srgbClr val="052E40"/>
                </a:solidFill>
                <a:latin typeface="Poppins"/>
                <a:ea typeface="Poppins"/>
                <a:cs typeface="Poppins"/>
                <a:sym typeface="Poppins"/>
              </a:rPr>
              <a:t>Задача на проекта</a:t>
            </a:r>
          </a:p>
          <a:p>
            <a:pPr algn="l" marL="1036312" indent="-518156" lvl="1">
              <a:lnSpc>
                <a:spcPts val="9167"/>
              </a:lnSpc>
              <a:buFont typeface="Arial"/>
              <a:buChar char="•"/>
            </a:pPr>
            <a:r>
              <a:rPr lang="en-US" sz="4799" spc="-283">
                <a:solidFill>
                  <a:srgbClr val="052E40"/>
                </a:solidFill>
                <a:latin typeface="Poppins"/>
                <a:ea typeface="Poppins"/>
                <a:cs typeface="Poppins"/>
                <a:sym typeface="Poppins"/>
              </a:rPr>
              <a:t>Използвани технологии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1318" y="733307"/>
            <a:ext cx="1681550" cy="44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3469" spc="-204">
                <a:solidFill>
                  <a:srgbClr val="0275C5"/>
                </a:solidFill>
                <a:latin typeface="Canva Sans"/>
                <a:ea typeface="Canva Sans"/>
                <a:cs typeface="Canva Sans"/>
                <a:sym typeface="Canva Sans"/>
              </a:rPr>
              <a:t>ИАРА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1390" y="8382253"/>
            <a:ext cx="1451372" cy="926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1"/>
              </a:lnSpc>
            </a:pPr>
            <a:r>
              <a:rPr lang="en-US" sz="4799" spc="4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Kivy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5426" y="6899919"/>
            <a:ext cx="1677442" cy="71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7"/>
              </a:lnSpc>
            </a:pPr>
            <a:r>
              <a:rPr lang="en-US" sz="3699" spc="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6109" y="1749981"/>
            <a:ext cx="9272289" cy="7941042"/>
          </a:xfrm>
          <a:custGeom>
            <a:avLst/>
            <a:gdLst/>
            <a:ahLst/>
            <a:cxnLst/>
            <a:rect r="r" b="b" t="t" l="l"/>
            <a:pathLst>
              <a:path h="7941042" w="9272289">
                <a:moveTo>
                  <a:pt x="0" y="0"/>
                </a:moveTo>
                <a:lnTo>
                  <a:pt x="9272288" y="0"/>
                </a:lnTo>
                <a:lnTo>
                  <a:pt x="9272288" y="7941042"/>
                </a:lnTo>
                <a:lnTo>
                  <a:pt x="0" y="7941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3250" y="614344"/>
            <a:ext cx="614078" cy="614078"/>
          </a:xfrm>
          <a:custGeom>
            <a:avLst/>
            <a:gdLst/>
            <a:ahLst/>
            <a:cxnLst/>
            <a:rect r="r" b="b" t="t" l="l"/>
            <a:pathLst>
              <a:path h="614078" w="614078">
                <a:moveTo>
                  <a:pt x="0" y="0"/>
                </a:moveTo>
                <a:lnTo>
                  <a:pt x="614078" y="0"/>
                </a:lnTo>
                <a:lnTo>
                  <a:pt x="614078" y="614078"/>
                </a:lnTo>
                <a:lnTo>
                  <a:pt x="0" y="61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30289" y="1705669"/>
            <a:ext cx="2287967" cy="591151"/>
            <a:chOff x="0" y="0"/>
            <a:chExt cx="602592" cy="1556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2592" cy="155694"/>
            </a:xfrm>
            <a:custGeom>
              <a:avLst/>
              <a:gdLst/>
              <a:ahLst/>
              <a:cxnLst/>
              <a:rect r="r" b="b" t="t" l="l"/>
              <a:pathLst>
                <a:path h="155694" w="602592">
                  <a:moveTo>
                    <a:pt x="0" y="0"/>
                  </a:moveTo>
                  <a:lnTo>
                    <a:pt x="602592" y="0"/>
                  </a:lnTo>
                  <a:lnTo>
                    <a:pt x="602592" y="155694"/>
                  </a:lnTo>
                  <a:lnTo>
                    <a:pt x="0" y="155694"/>
                  </a:lnTo>
                  <a:close/>
                </a:path>
              </a:pathLst>
            </a:custGeom>
            <a:solidFill>
              <a:srgbClr val="008EF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02592" cy="203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Браузер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0289" y="3454274"/>
            <a:ext cx="1519395" cy="591151"/>
            <a:chOff x="0" y="0"/>
            <a:chExt cx="400170" cy="1556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0170" cy="155694"/>
            </a:xfrm>
            <a:custGeom>
              <a:avLst/>
              <a:gdLst/>
              <a:ahLst/>
              <a:cxnLst/>
              <a:rect r="r" b="b" t="t" l="l"/>
              <a:pathLst>
                <a:path h="155694" w="400170">
                  <a:moveTo>
                    <a:pt x="77847" y="0"/>
                  </a:moveTo>
                  <a:lnTo>
                    <a:pt x="322323" y="0"/>
                  </a:lnTo>
                  <a:cubicBezTo>
                    <a:pt x="342969" y="0"/>
                    <a:pt x="362770" y="8202"/>
                    <a:pt x="377369" y="22801"/>
                  </a:cubicBezTo>
                  <a:cubicBezTo>
                    <a:pt x="391968" y="37400"/>
                    <a:pt x="400170" y="57201"/>
                    <a:pt x="400170" y="77847"/>
                  </a:cubicBezTo>
                  <a:lnTo>
                    <a:pt x="400170" y="77847"/>
                  </a:lnTo>
                  <a:cubicBezTo>
                    <a:pt x="400170" y="98493"/>
                    <a:pt x="391968" y="118294"/>
                    <a:pt x="377369" y="132893"/>
                  </a:cubicBezTo>
                  <a:cubicBezTo>
                    <a:pt x="362770" y="147492"/>
                    <a:pt x="342969" y="155694"/>
                    <a:pt x="322323" y="155694"/>
                  </a:cubicBezTo>
                  <a:lnTo>
                    <a:pt x="77847" y="155694"/>
                  </a:lnTo>
                  <a:cubicBezTo>
                    <a:pt x="57201" y="155694"/>
                    <a:pt x="37400" y="147492"/>
                    <a:pt x="22801" y="132893"/>
                  </a:cubicBezTo>
                  <a:cubicBezTo>
                    <a:pt x="8202" y="118294"/>
                    <a:pt x="0" y="98493"/>
                    <a:pt x="0" y="77847"/>
                  </a:cubicBezTo>
                  <a:lnTo>
                    <a:pt x="0" y="77847"/>
                  </a:lnTo>
                  <a:cubicBezTo>
                    <a:pt x="0" y="57201"/>
                    <a:pt x="8202" y="37400"/>
                    <a:pt x="22801" y="22801"/>
                  </a:cubicBezTo>
                  <a:cubicBezTo>
                    <a:pt x="37400" y="8202"/>
                    <a:pt x="57201" y="0"/>
                    <a:pt x="77847" y="0"/>
                  </a:cubicBezTo>
                  <a:close/>
                </a:path>
              </a:pathLst>
            </a:custGeom>
            <a:solidFill>
              <a:srgbClr val="7DC8FD">
                <a:alpha val="8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0170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/inspector/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17228" y="3454274"/>
            <a:ext cx="1519395" cy="591151"/>
            <a:chOff x="0" y="0"/>
            <a:chExt cx="400170" cy="1556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0170" cy="155694"/>
            </a:xfrm>
            <a:custGeom>
              <a:avLst/>
              <a:gdLst/>
              <a:ahLst/>
              <a:cxnLst/>
              <a:rect r="r" b="b" t="t" l="l"/>
              <a:pathLst>
                <a:path h="155694" w="400170">
                  <a:moveTo>
                    <a:pt x="77847" y="0"/>
                  </a:moveTo>
                  <a:lnTo>
                    <a:pt x="322323" y="0"/>
                  </a:lnTo>
                  <a:cubicBezTo>
                    <a:pt x="342969" y="0"/>
                    <a:pt x="362770" y="8202"/>
                    <a:pt x="377369" y="22801"/>
                  </a:cubicBezTo>
                  <a:cubicBezTo>
                    <a:pt x="391968" y="37400"/>
                    <a:pt x="400170" y="57201"/>
                    <a:pt x="400170" y="77847"/>
                  </a:cubicBezTo>
                  <a:lnTo>
                    <a:pt x="400170" y="77847"/>
                  </a:lnTo>
                  <a:cubicBezTo>
                    <a:pt x="400170" y="98493"/>
                    <a:pt x="391968" y="118294"/>
                    <a:pt x="377369" y="132893"/>
                  </a:cubicBezTo>
                  <a:cubicBezTo>
                    <a:pt x="362770" y="147492"/>
                    <a:pt x="342969" y="155694"/>
                    <a:pt x="322323" y="155694"/>
                  </a:cubicBezTo>
                  <a:lnTo>
                    <a:pt x="77847" y="155694"/>
                  </a:lnTo>
                  <a:cubicBezTo>
                    <a:pt x="57201" y="155694"/>
                    <a:pt x="37400" y="147492"/>
                    <a:pt x="22801" y="132893"/>
                  </a:cubicBezTo>
                  <a:cubicBezTo>
                    <a:pt x="8202" y="118294"/>
                    <a:pt x="0" y="98493"/>
                    <a:pt x="0" y="77847"/>
                  </a:cubicBezTo>
                  <a:lnTo>
                    <a:pt x="0" y="77847"/>
                  </a:lnTo>
                  <a:cubicBezTo>
                    <a:pt x="0" y="57201"/>
                    <a:pt x="8202" y="37400"/>
                    <a:pt x="22801" y="22801"/>
                  </a:cubicBezTo>
                  <a:cubicBezTo>
                    <a:pt x="37400" y="8202"/>
                    <a:pt x="57201" y="0"/>
                    <a:pt x="77847" y="0"/>
                  </a:cubicBezTo>
                  <a:close/>
                </a:path>
              </a:pathLst>
            </a:custGeom>
            <a:solidFill>
              <a:srgbClr val="7DC8FD">
                <a:alpha val="8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0170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/logbook/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04328" y="3454274"/>
            <a:ext cx="1519395" cy="591151"/>
            <a:chOff x="0" y="0"/>
            <a:chExt cx="400170" cy="1556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0170" cy="155694"/>
            </a:xfrm>
            <a:custGeom>
              <a:avLst/>
              <a:gdLst/>
              <a:ahLst/>
              <a:cxnLst/>
              <a:rect r="r" b="b" t="t" l="l"/>
              <a:pathLst>
                <a:path h="155694" w="400170">
                  <a:moveTo>
                    <a:pt x="77847" y="0"/>
                  </a:moveTo>
                  <a:lnTo>
                    <a:pt x="322323" y="0"/>
                  </a:lnTo>
                  <a:cubicBezTo>
                    <a:pt x="342969" y="0"/>
                    <a:pt x="362770" y="8202"/>
                    <a:pt x="377369" y="22801"/>
                  </a:cubicBezTo>
                  <a:cubicBezTo>
                    <a:pt x="391968" y="37400"/>
                    <a:pt x="400170" y="57201"/>
                    <a:pt x="400170" y="77847"/>
                  </a:cubicBezTo>
                  <a:lnTo>
                    <a:pt x="400170" y="77847"/>
                  </a:lnTo>
                  <a:cubicBezTo>
                    <a:pt x="400170" y="98493"/>
                    <a:pt x="391968" y="118294"/>
                    <a:pt x="377369" y="132893"/>
                  </a:cubicBezTo>
                  <a:cubicBezTo>
                    <a:pt x="362770" y="147492"/>
                    <a:pt x="342969" y="155694"/>
                    <a:pt x="322323" y="155694"/>
                  </a:cubicBezTo>
                  <a:lnTo>
                    <a:pt x="77847" y="155694"/>
                  </a:lnTo>
                  <a:cubicBezTo>
                    <a:pt x="57201" y="155694"/>
                    <a:pt x="37400" y="147492"/>
                    <a:pt x="22801" y="132893"/>
                  </a:cubicBezTo>
                  <a:cubicBezTo>
                    <a:pt x="8202" y="118294"/>
                    <a:pt x="0" y="98493"/>
                    <a:pt x="0" y="77847"/>
                  </a:cubicBezTo>
                  <a:lnTo>
                    <a:pt x="0" y="77847"/>
                  </a:lnTo>
                  <a:cubicBezTo>
                    <a:pt x="0" y="57201"/>
                    <a:pt x="8202" y="37400"/>
                    <a:pt x="22801" y="22801"/>
                  </a:cubicBezTo>
                  <a:cubicBezTo>
                    <a:pt x="37400" y="8202"/>
                    <a:pt x="57201" y="0"/>
                    <a:pt x="77847" y="0"/>
                  </a:cubicBezTo>
                  <a:close/>
                </a:path>
              </a:pathLst>
            </a:custGeom>
            <a:solidFill>
              <a:srgbClr val="7DC8FD">
                <a:alpha val="8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00170" cy="203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/trace/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0289" y="2684389"/>
            <a:ext cx="1519395" cy="591151"/>
            <a:chOff x="0" y="0"/>
            <a:chExt cx="400170" cy="1556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0170" cy="155694"/>
            </a:xfrm>
            <a:custGeom>
              <a:avLst/>
              <a:gdLst/>
              <a:ahLst/>
              <a:cxnLst/>
              <a:rect r="r" b="b" t="t" l="l"/>
              <a:pathLst>
                <a:path h="155694" w="400170">
                  <a:moveTo>
                    <a:pt x="77847" y="0"/>
                  </a:moveTo>
                  <a:lnTo>
                    <a:pt x="322323" y="0"/>
                  </a:lnTo>
                  <a:cubicBezTo>
                    <a:pt x="342969" y="0"/>
                    <a:pt x="362770" y="8202"/>
                    <a:pt x="377369" y="22801"/>
                  </a:cubicBezTo>
                  <a:cubicBezTo>
                    <a:pt x="391968" y="37400"/>
                    <a:pt x="400170" y="57201"/>
                    <a:pt x="400170" y="77847"/>
                  </a:cubicBezTo>
                  <a:lnTo>
                    <a:pt x="400170" y="77847"/>
                  </a:lnTo>
                  <a:cubicBezTo>
                    <a:pt x="400170" y="98493"/>
                    <a:pt x="391968" y="118294"/>
                    <a:pt x="377369" y="132893"/>
                  </a:cubicBezTo>
                  <a:cubicBezTo>
                    <a:pt x="362770" y="147492"/>
                    <a:pt x="342969" y="155694"/>
                    <a:pt x="322323" y="155694"/>
                  </a:cubicBezTo>
                  <a:lnTo>
                    <a:pt x="77847" y="155694"/>
                  </a:lnTo>
                  <a:cubicBezTo>
                    <a:pt x="57201" y="155694"/>
                    <a:pt x="37400" y="147492"/>
                    <a:pt x="22801" y="132893"/>
                  </a:cubicBezTo>
                  <a:cubicBezTo>
                    <a:pt x="8202" y="118294"/>
                    <a:pt x="0" y="98493"/>
                    <a:pt x="0" y="77847"/>
                  </a:cubicBezTo>
                  <a:lnTo>
                    <a:pt x="0" y="77847"/>
                  </a:lnTo>
                  <a:cubicBezTo>
                    <a:pt x="0" y="57201"/>
                    <a:pt x="8202" y="37400"/>
                    <a:pt x="22801" y="22801"/>
                  </a:cubicBezTo>
                  <a:cubicBezTo>
                    <a:pt x="37400" y="8202"/>
                    <a:pt x="57201" y="0"/>
                    <a:pt x="77847" y="0"/>
                  </a:cubicBezTo>
                  <a:close/>
                </a:path>
              </a:pathLst>
            </a:custGeom>
            <a:solidFill>
              <a:srgbClr val="7DC8FD">
                <a:alpha val="8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0170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/auth/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17228" y="2684389"/>
            <a:ext cx="1519395" cy="591151"/>
            <a:chOff x="0" y="0"/>
            <a:chExt cx="400170" cy="1556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0170" cy="155694"/>
            </a:xfrm>
            <a:custGeom>
              <a:avLst/>
              <a:gdLst/>
              <a:ahLst/>
              <a:cxnLst/>
              <a:rect r="r" b="b" t="t" l="l"/>
              <a:pathLst>
                <a:path h="155694" w="400170">
                  <a:moveTo>
                    <a:pt x="77847" y="0"/>
                  </a:moveTo>
                  <a:lnTo>
                    <a:pt x="322323" y="0"/>
                  </a:lnTo>
                  <a:cubicBezTo>
                    <a:pt x="342969" y="0"/>
                    <a:pt x="362770" y="8202"/>
                    <a:pt x="377369" y="22801"/>
                  </a:cubicBezTo>
                  <a:cubicBezTo>
                    <a:pt x="391968" y="37400"/>
                    <a:pt x="400170" y="57201"/>
                    <a:pt x="400170" y="77847"/>
                  </a:cubicBezTo>
                  <a:lnTo>
                    <a:pt x="400170" y="77847"/>
                  </a:lnTo>
                  <a:cubicBezTo>
                    <a:pt x="400170" y="98493"/>
                    <a:pt x="391968" y="118294"/>
                    <a:pt x="377369" y="132893"/>
                  </a:cubicBezTo>
                  <a:cubicBezTo>
                    <a:pt x="362770" y="147492"/>
                    <a:pt x="342969" y="155694"/>
                    <a:pt x="322323" y="155694"/>
                  </a:cubicBezTo>
                  <a:lnTo>
                    <a:pt x="77847" y="155694"/>
                  </a:lnTo>
                  <a:cubicBezTo>
                    <a:pt x="57201" y="155694"/>
                    <a:pt x="37400" y="147492"/>
                    <a:pt x="22801" y="132893"/>
                  </a:cubicBezTo>
                  <a:cubicBezTo>
                    <a:pt x="8202" y="118294"/>
                    <a:pt x="0" y="98493"/>
                    <a:pt x="0" y="77847"/>
                  </a:cubicBezTo>
                  <a:lnTo>
                    <a:pt x="0" y="77847"/>
                  </a:lnTo>
                  <a:cubicBezTo>
                    <a:pt x="0" y="57201"/>
                    <a:pt x="8202" y="37400"/>
                    <a:pt x="22801" y="22801"/>
                  </a:cubicBezTo>
                  <a:cubicBezTo>
                    <a:pt x="37400" y="8202"/>
                    <a:pt x="57201" y="0"/>
                    <a:pt x="77847" y="0"/>
                  </a:cubicBezTo>
                  <a:close/>
                </a:path>
              </a:pathLst>
            </a:custGeom>
            <a:solidFill>
              <a:srgbClr val="7DC8FD">
                <a:alpha val="8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00170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/admin/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30289" y="4226400"/>
            <a:ext cx="1519395" cy="591151"/>
            <a:chOff x="0" y="0"/>
            <a:chExt cx="400170" cy="1556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0170" cy="155694"/>
            </a:xfrm>
            <a:custGeom>
              <a:avLst/>
              <a:gdLst/>
              <a:ahLst/>
              <a:cxnLst/>
              <a:rect r="r" b="b" t="t" l="l"/>
              <a:pathLst>
                <a:path h="155694" w="400170">
                  <a:moveTo>
                    <a:pt x="77847" y="0"/>
                  </a:moveTo>
                  <a:lnTo>
                    <a:pt x="322323" y="0"/>
                  </a:lnTo>
                  <a:cubicBezTo>
                    <a:pt x="342969" y="0"/>
                    <a:pt x="362770" y="8202"/>
                    <a:pt x="377369" y="22801"/>
                  </a:cubicBezTo>
                  <a:cubicBezTo>
                    <a:pt x="391968" y="37400"/>
                    <a:pt x="400170" y="57201"/>
                    <a:pt x="400170" y="77847"/>
                  </a:cubicBezTo>
                  <a:lnTo>
                    <a:pt x="400170" y="77847"/>
                  </a:lnTo>
                  <a:cubicBezTo>
                    <a:pt x="400170" y="98493"/>
                    <a:pt x="391968" y="118294"/>
                    <a:pt x="377369" y="132893"/>
                  </a:cubicBezTo>
                  <a:cubicBezTo>
                    <a:pt x="362770" y="147492"/>
                    <a:pt x="342969" y="155694"/>
                    <a:pt x="322323" y="155694"/>
                  </a:cubicBezTo>
                  <a:lnTo>
                    <a:pt x="77847" y="155694"/>
                  </a:lnTo>
                  <a:cubicBezTo>
                    <a:pt x="57201" y="155694"/>
                    <a:pt x="37400" y="147492"/>
                    <a:pt x="22801" y="132893"/>
                  </a:cubicBezTo>
                  <a:cubicBezTo>
                    <a:pt x="8202" y="118294"/>
                    <a:pt x="0" y="98493"/>
                    <a:pt x="0" y="77847"/>
                  </a:cubicBezTo>
                  <a:lnTo>
                    <a:pt x="0" y="77847"/>
                  </a:lnTo>
                  <a:cubicBezTo>
                    <a:pt x="0" y="57201"/>
                    <a:pt x="8202" y="37400"/>
                    <a:pt x="22801" y="22801"/>
                  </a:cubicBezTo>
                  <a:cubicBezTo>
                    <a:pt x="37400" y="8202"/>
                    <a:pt x="57201" y="0"/>
                    <a:pt x="77847" y="0"/>
                  </a:cubicBezTo>
                  <a:close/>
                </a:path>
              </a:pathLst>
            </a:custGeom>
            <a:solidFill>
              <a:srgbClr val="7DC8FD">
                <a:alpha val="89804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00170" cy="203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/vessels/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90423" y="3454274"/>
            <a:ext cx="1519395" cy="591151"/>
            <a:chOff x="0" y="0"/>
            <a:chExt cx="400170" cy="1556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0170" cy="155694"/>
            </a:xfrm>
            <a:custGeom>
              <a:avLst/>
              <a:gdLst/>
              <a:ahLst/>
              <a:cxnLst/>
              <a:rect r="r" b="b" t="t" l="l"/>
              <a:pathLst>
                <a:path h="155694" w="400170">
                  <a:moveTo>
                    <a:pt x="77847" y="0"/>
                  </a:moveTo>
                  <a:lnTo>
                    <a:pt x="322323" y="0"/>
                  </a:lnTo>
                  <a:cubicBezTo>
                    <a:pt x="342969" y="0"/>
                    <a:pt x="362770" y="8202"/>
                    <a:pt x="377369" y="22801"/>
                  </a:cubicBezTo>
                  <a:cubicBezTo>
                    <a:pt x="391968" y="37400"/>
                    <a:pt x="400170" y="57201"/>
                    <a:pt x="400170" y="77847"/>
                  </a:cubicBezTo>
                  <a:lnTo>
                    <a:pt x="400170" y="77847"/>
                  </a:lnTo>
                  <a:cubicBezTo>
                    <a:pt x="400170" y="98493"/>
                    <a:pt x="391968" y="118294"/>
                    <a:pt x="377369" y="132893"/>
                  </a:cubicBezTo>
                  <a:cubicBezTo>
                    <a:pt x="362770" y="147492"/>
                    <a:pt x="342969" y="155694"/>
                    <a:pt x="322323" y="155694"/>
                  </a:cubicBezTo>
                  <a:lnTo>
                    <a:pt x="77847" y="155694"/>
                  </a:lnTo>
                  <a:cubicBezTo>
                    <a:pt x="57201" y="155694"/>
                    <a:pt x="37400" y="147492"/>
                    <a:pt x="22801" y="132893"/>
                  </a:cubicBezTo>
                  <a:cubicBezTo>
                    <a:pt x="8202" y="118294"/>
                    <a:pt x="0" y="98493"/>
                    <a:pt x="0" y="77847"/>
                  </a:cubicBezTo>
                  <a:lnTo>
                    <a:pt x="0" y="77847"/>
                  </a:lnTo>
                  <a:cubicBezTo>
                    <a:pt x="0" y="57201"/>
                    <a:pt x="8202" y="37400"/>
                    <a:pt x="22801" y="22801"/>
                  </a:cubicBezTo>
                  <a:cubicBezTo>
                    <a:pt x="37400" y="8202"/>
                    <a:pt x="57201" y="0"/>
                    <a:pt x="77847" y="0"/>
                  </a:cubicBezTo>
                  <a:close/>
                </a:path>
              </a:pathLst>
            </a:custGeom>
            <a:solidFill>
              <a:srgbClr val="7DC8FD">
                <a:alpha val="8980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00170" cy="203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/permits/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504328" y="2684389"/>
            <a:ext cx="3305490" cy="591151"/>
            <a:chOff x="0" y="0"/>
            <a:chExt cx="870582" cy="1556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0582" cy="155694"/>
            </a:xfrm>
            <a:custGeom>
              <a:avLst/>
              <a:gdLst/>
              <a:ahLst/>
              <a:cxnLst/>
              <a:rect r="r" b="b" t="t" l="l"/>
              <a:pathLst>
                <a:path h="155694" w="870582">
                  <a:moveTo>
                    <a:pt x="39816" y="0"/>
                  </a:moveTo>
                  <a:lnTo>
                    <a:pt x="830765" y="0"/>
                  </a:lnTo>
                  <a:cubicBezTo>
                    <a:pt x="841325" y="0"/>
                    <a:pt x="851453" y="4195"/>
                    <a:pt x="858920" y="11662"/>
                  </a:cubicBezTo>
                  <a:cubicBezTo>
                    <a:pt x="866387" y="19129"/>
                    <a:pt x="870582" y="29256"/>
                    <a:pt x="870582" y="39816"/>
                  </a:cubicBezTo>
                  <a:lnTo>
                    <a:pt x="870582" y="115878"/>
                  </a:lnTo>
                  <a:cubicBezTo>
                    <a:pt x="870582" y="126438"/>
                    <a:pt x="866387" y="136565"/>
                    <a:pt x="858920" y="144032"/>
                  </a:cubicBezTo>
                  <a:cubicBezTo>
                    <a:pt x="851453" y="151499"/>
                    <a:pt x="841325" y="155694"/>
                    <a:pt x="830765" y="155694"/>
                  </a:cubicBezTo>
                  <a:lnTo>
                    <a:pt x="39816" y="155694"/>
                  </a:lnTo>
                  <a:cubicBezTo>
                    <a:pt x="29256" y="155694"/>
                    <a:pt x="19129" y="151499"/>
                    <a:pt x="11662" y="144032"/>
                  </a:cubicBezTo>
                  <a:cubicBezTo>
                    <a:pt x="4195" y="136565"/>
                    <a:pt x="0" y="126438"/>
                    <a:pt x="0" y="115878"/>
                  </a:cubicBezTo>
                  <a:lnTo>
                    <a:pt x="0" y="39816"/>
                  </a:lnTo>
                  <a:cubicBezTo>
                    <a:pt x="0" y="29256"/>
                    <a:pt x="4195" y="19129"/>
                    <a:pt x="11662" y="11662"/>
                  </a:cubicBezTo>
                  <a:cubicBezTo>
                    <a:pt x="19129" y="4195"/>
                    <a:pt x="29256" y="0"/>
                    <a:pt x="39816" y="0"/>
                  </a:cubicBezTo>
                  <a:close/>
                </a:path>
              </a:pathLst>
            </a:custGeom>
            <a:solidFill>
              <a:srgbClr val="7DC8FD">
                <a:alpha val="8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70582" cy="203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/, /profile, /pay, /tickets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81758" y="422769"/>
            <a:ext cx="2420989" cy="605931"/>
            <a:chOff x="0" y="0"/>
            <a:chExt cx="637627" cy="15958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7627" cy="159587"/>
            </a:xfrm>
            <a:custGeom>
              <a:avLst/>
              <a:gdLst/>
              <a:ahLst/>
              <a:cxnLst/>
              <a:rect r="r" b="b" t="t" l="l"/>
              <a:pathLst>
                <a:path h="159587" w="637627">
                  <a:moveTo>
                    <a:pt x="0" y="0"/>
                  </a:moveTo>
                  <a:lnTo>
                    <a:pt x="637627" y="0"/>
                  </a:lnTo>
                  <a:lnTo>
                    <a:pt x="637627" y="159587"/>
                  </a:lnTo>
                  <a:lnTo>
                    <a:pt x="0" y="159587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37627" cy="207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База данни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30289" y="5513485"/>
            <a:ext cx="2287967" cy="591151"/>
            <a:chOff x="0" y="0"/>
            <a:chExt cx="602592" cy="15569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592" cy="155694"/>
            </a:xfrm>
            <a:custGeom>
              <a:avLst/>
              <a:gdLst/>
              <a:ahLst/>
              <a:cxnLst/>
              <a:rect r="r" b="b" t="t" l="l"/>
              <a:pathLst>
                <a:path h="155694" w="602592">
                  <a:moveTo>
                    <a:pt x="0" y="0"/>
                  </a:moveTo>
                  <a:lnTo>
                    <a:pt x="602592" y="0"/>
                  </a:lnTo>
                  <a:lnTo>
                    <a:pt x="602592" y="155694"/>
                  </a:lnTo>
                  <a:lnTo>
                    <a:pt x="0" y="155694"/>
                  </a:lnTo>
                  <a:close/>
                </a:path>
              </a:pathLst>
            </a:custGeom>
            <a:solidFill>
              <a:srgbClr val="052E4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02592" cy="203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Защита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31318" y="733307"/>
            <a:ext cx="1681550" cy="44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3469" spc="-204">
                <a:solidFill>
                  <a:srgbClr val="0275C5"/>
                </a:solidFill>
                <a:latin typeface="Canva Sans"/>
                <a:ea typeface="Canva Sans"/>
                <a:cs typeface="Canva Sans"/>
                <a:sym typeface="Canva Sans"/>
              </a:rPr>
              <a:t>ИАРА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30289" y="6495161"/>
            <a:ext cx="1519395" cy="591151"/>
            <a:chOff x="0" y="0"/>
            <a:chExt cx="400170" cy="15569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0170" cy="155694"/>
            </a:xfrm>
            <a:custGeom>
              <a:avLst/>
              <a:gdLst/>
              <a:ahLst/>
              <a:cxnLst/>
              <a:rect r="r" b="b" t="t" l="l"/>
              <a:pathLst>
                <a:path h="155694" w="400170">
                  <a:moveTo>
                    <a:pt x="77847" y="0"/>
                  </a:moveTo>
                  <a:lnTo>
                    <a:pt x="322323" y="0"/>
                  </a:lnTo>
                  <a:cubicBezTo>
                    <a:pt x="342969" y="0"/>
                    <a:pt x="362770" y="8202"/>
                    <a:pt x="377369" y="22801"/>
                  </a:cubicBezTo>
                  <a:cubicBezTo>
                    <a:pt x="391968" y="37400"/>
                    <a:pt x="400170" y="57201"/>
                    <a:pt x="400170" y="77847"/>
                  </a:cubicBezTo>
                  <a:lnTo>
                    <a:pt x="400170" y="77847"/>
                  </a:lnTo>
                  <a:cubicBezTo>
                    <a:pt x="400170" y="98493"/>
                    <a:pt x="391968" y="118294"/>
                    <a:pt x="377369" y="132893"/>
                  </a:cubicBezTo>
                  <a:cubicBezTo>
                    <a:pt x="362770" y="147492"/>
                    <a:pt x="342969" y="155694"/>
                    <a:pt x="322323" y="155694"/>
                  </a:cubicBezTo>
                  <a:lnTo>
                    <a:pt x="77847" y="155694"/>
                  </a:lnTo>
                  <a:cubicBezTo>
                    <a:pt x="57201" y="155694"/>
                    <a:pt x="37400" y="147492"/>
                    <a:pt x="22801" y="132893"/>
                  </a:cubicBezTo>
                  <a:cubicBezTo>
                    <a:pt x="8202" y="118294"/>
                    <a:pt x="0" y="98493"/>
                    <a:pt x="0" y="77847"/>
                  </a:cubicBezTo>
                  <a:lnTo>
                    <a:pt x="0" y="77847"/>
                  </a:lnTo>
                  <a:cubicBezTo>
                    <a:pt x="0" y="57201"/>
                    <a:pt x="8202" y="37400"/>
                    <a:pt x="22801" y="22801"/>
                  </a:cubicBezTo>
                  <a:cubicBezTo>
                    <a:pt x="37400" y="8202"/>
                    <a:pt x="57201" y="0"/>
                    <a:pt x="77847" y="0"/>
                  </a:cubicBezTo>
                  <a:close/>
                </a:path>
              </a:pathLst>
            </a:custGeom>
            <a:solidFill>
              <a:srgbClr val="20566D">
                <a:alpha val="89804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00170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CSRF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519827" y="6495161"/>
            <a:ext cx="1711538" cy="591151"/>
            <a:chOff x="0" y="0"/>
            <a:chExt cx="450775" cy="15569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0775" cy="155694"/>
            </a:xfrm>
            <a:custGeom>
              <a:avLst/>
              <a:gdLst/>
              <a:ahLst/>
              <a:cxnLst/>
              <a:rect r="r" b="b" t="t" l="l"/>
              <a:pathLst>
                <a:path h="155694" w="450775">
                  <a:moveTo>
                    <a:pt x="76897" y="0"/>
                  </a:moveTo>
                  <a:lnTo>
                    <a:pt x="373878" y="0"/>
                  </a:lnTo>
                  <a:cubicBezTo>
                    <a:pt x="394273" y="0"/>
                    <a:pt x="413832" y="8102"/>
                    <a:pt x="428253" y="22523"/>
                  </a:cubicBezTo>
                  <a:cubicBezTo>
                    <a:pt x="442674" y="36944"/>
                    <a:pt x="450775" y="56503"/>
                    <a:pt x="450775" y="76897"/>
                  </a:cubicBezTo>
                  <a:lnTo>
                    <a:pt x="450775" y="78797"/>
                  </a:lnTo>
                  <a:cubicBezTo>
                    <a:pt x="450775" y="121266"/>
                    <a:pt x="416347" y="155694"/>
                    <a:pt x="373878" y="155694"/>
                  </a:cubicBezTo>
                  <a:lnTo>
                    <a:pt x="76897" y="155694"/>
                  </a:lnTo>
                  <a:cubicBezTo>
                    <a:pt x="34428" y="155694"/>
                    <a:pt x="0" y="121266"/>
                    <a:pt x="0" y="78797"/>
                  </a:cubicBezTo>
                  <a:lnTo>
                    <a:pt x="0" y="76897"/>
                  </a:lnTo>
                  <a:cubicBezTo>
                    <a:pt x="0" y="34428"/>
                    <a:pt x="34428" y="0"/>
                    <a:pt x="76897" y="0"/>
                  </a:cubicBezTo>
                  <a:close/>
                </a:path>
              </a:pathLst>
            </a:custGeom>
            <a:solidFill>
              <a:srgbClr val="20566D">
                <a:alpha val="89804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50775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Валидатори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459637" y="6495161"/>
            <a:ext cx="1282911" cy="591151"/>
            <a:chOff x="0" y="0"/>
            <a:chExt cx="337886" cy="15569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7886" cy="155694"/>
            </a:xfrm>
            <a:custGeom>
              <a:avLst/>
              <a:gdLst/>
              <a:ahLst/>
              <a:cxnLst/>
              <a:rect r="r" b="b" t="t" l="l"/>
              <a:pathLst>
                <a:path h="155694" w="337886">
                  <a:moveTo>
                    <a:pt x="77847" y="0"/>
                  </a:moveTo>
                  <a:lnTo>
                    <a:pt x="260039" y="0"/>
                  </a:lnTo>
                  <a:cubicBezTo>
                    <a:pt x="303033" y="0"/>
                    <a:pt x="337886" y="34853"/>
                    <a:pt x="337886" y="77847"/>
                  </a:cubicBezTo>
                  <a:lnTo>
                    <a:pt x="337886" y="77847"/>
                  </a:lnTo>
                  <a:cubicBezTo>
                    <a:pt x="337886" y="98493"/>
                    <a:pt x="329684" y="118294"/>
                    <a:pt x="315085" y="132893"/>
                  </a:cubicBezTo>
                  <a:cubicBezTo>
                    <a:pt x="300486" y="147492"/>
                    <a:pt x="280685" y="155694"/>
                    <a:pt x="260039" y="155694"/>
                  </a:cubicBezTo>
                  <a:lnTo>
                    <a:pt x="77847" y="155694"/>
                  </a:lnTo>
                  <a:cubicBezTo>
                    <a:pt x="57201" y="155694"/>
                    <a:pt x="37400" y="147492"/>
                    <a:pt x="22801" y="132893"/>
                  </a:cubicBezTo>
                  <a:cubicBezTo>
                    <a:pt x="8202" y="118294"/>
                    <a:pt x="0" y="98493"/>
                    <a:pt x="0" y="77847"/>
                  </a:cubicBezTo>
                  <a:lnTo>
                    <a:pt x="0" y="77847"/>
                  </a:lnTo>
                  <a:cubicBezTo>
                    <a:pt x="0" y="57201"/>
                    <a:pt x="8202" y="37400"/>
                    <a:pt x="22801" y="22801"/>
                  </a:cubicBezTo>
                  <a:cubicBezTo>
                    <a:pt x="37400" y="8202"/>
                    <a:pt x="57201" y="0"/>
                    <a:pt x="77847" y="0"/>
                  </a:cubicBezTo>
                  <a:close/>
                </a:path>
              </a:pathLst>
            </a:custGeom>
            <a:solidFill>
              <a:srgbClr val="20566D">
                <a:alpha val="89804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37886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.env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018465" y="6495161"/>
            <a:ext cx="2240650" cy="591151"/>
            <a:chOff x="0" y="0"/>
            <a:chExt cx="590130" cy="15569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0130" cy="155694"/>
            </a:xfrm>
            <a:custGeom>
              <a:avLst/>
              <a:gdLst/>
              <a:ahLst/>
              <a:cxnLst/>
              <a:rect r="r" b="b" t="t" l="l"/>
              <a:pathLst>
                <a:path h="155694" w="590130">
                  <a:moveTo>
                    <a:pt x="58739" y="0"/>
                  </a:moveTo>
                  <a:lnTo>
                    <a:pt x="531392" y="0"/>
                  </a:lnTo>
                  <a:cubicBezTo>
                    <a:pt x="563832" y="0"/>
                    <a:pt x="590130" y="26298"/>
                    <a:pt x="590130" y="58739"/>
                  </a:cubicBezTo>
                  <a:lnTo>
                    <a:pt x="590130" y="96955"/>
                  </a:lnTo>
                  <a:cubicBezTo>
                    <a:pt x="590130" y="112534"/>
                    <a:pt x="583942" y="127474"/>
                    <a:pt x="572926" y="138490"/>
                  </a:cubicBezTo>
                  <a:cubicBezTo>
                    <a:pt x="561910" y="149506"/>
                    <a:pt x="546970" y="155694"/>
                    <a:pt x="531392" y="155694"/>
                  </a:cubicBezTo>
                  <a:lnTo>
                    <a:pt x="58739" y="155694"/>
                  </a:lnTo>
                  <a:cubicBezTo>
                    <a:pt x="43160" y="155694"/>
                    <a:pt x="28220" y="149506"/>
                    <a:pt x="17204" y="138490"/>
                  </a:cubicBezTo>
                  <a:cubicBezTo>
                    <a:pt x="6189" y="127474"/>
                    <a:pt x="0" y="112534"/>
                    <a:pt x="0" y="96955"/>
                  </a:cubicBezTo>
                  <a:lnTo>
                    <a:pt x="0" y="58739"/>
                  </a:lnTo>
                  <a:cubicBezTo>
                    <a:pt x="0" y="43160"/>
                    <a:pt x="6189" y="28220"/>
                    <a:pt x="17204" y="17204"/>
                  </a:cubicBezTo>
                  <a:cubicBezTo>
                    <a:pt x="28220" y="6189"/>
                    <a:pt x="43160" y="0"/>
                    <a:pt x="58739" y="0"/>
                  </a:cubicBezTo>
                  <a:close/>
                </a:path>
              </a:pathLst>
            </a:custGeom>
            <a:solidFill>
              <a:srgbClr val="20566D">
                <a:alpha val="89804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90130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before_request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7178" y="7781637"/>
            <a:ext cx="3864421" cy="591151"/>
            <a:chOff x="0" y="0"/>
            <a:chExt cx="1017790" cy="15569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17790" cy="155694"/>
            </a:xfrm>
            <a:custGeom>
              <a:avLst/>
              <a:gdLst/>
              <a:ahLst/>
              <a:cxnLst/>
              <a:rect r="r" b="b" t="t" l="l"/>
              <a:pathLst>
                <a:path h="155694" w="1017790">
                  <a:moveTo>
                    <a:pt x="0" y="0"/>
                  </a:moveTo>
                  <a:lnTo>
                    <a:pt x="1017790" y="0"/>
                  </a:lnTo>
                  <a:lnTo>
                    <a:pt x="1017790" y="155694"/>
                  </a:lnTo>
                  <a:lnTo>
                    <a:pt x="0" y="155694"/>
                  </a:lnTo>
                  <a:close/>
                </a:path>
              </a:pathLst>
            </a:custGeom>
            <a:solidFill>
              <a:srgbClr val="C40B0B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17790" cy="203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Мобилно приложение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7178" y="8849038"/>
            <a:ext cx="1834391" cy="591151"/>
            <a:chOff x="0" y="0"/>
            <a:chExt cx="483132" cy="15569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3132" cy="155694"/>
            </a:xfrm>
            <a:custGeom>
              <a:avLst/>
              <a:gdLst/>
              <a:ahLst/>
              <a:cxnLst/>
              <a:rect r="r" b="b" t="t" l="l"/>
              <a:pathLst>
                <a:path h="155694" w="483132">
                  <a:moveTo>
                    <a:pt x="71747" y="0"/>
                  </a:moveTo>
                  <a:lnTo>
                    <a:pt x="411384" y="0"/>
                  </a:lnTo>
                  <a:cubicBezTo>
                    <a:pt x="430413" y="0"/>
                    <a:pt x="448662" y="7559"/>
                    <a:pt x="462117" y="21014"/>
                  </a:cubicBezTo>
                  <a:cubicBezTo>
                    <a:pt x="475573" y="34470"/>
                    <a:pt x="483132" y="52719"/>
                    <a:pt x="483132" y="71747"/>
                  </a:cubicBezTo>
                  <a:lnTo>
                    <a:pt x="483132" y="83947"/>
                  </a:lnTo>
                  <a:cubicBezTo>
                    <a:pt x="483132" y="102975"/>
                    <a:pt x="475573" y="121225"/>
                    <a:pt x="462117" y="134680"/>
                  </a:cubicBezTo>
                  <a:cubicBezTo>
                    <a:pt x="448662" y="148135"/>
                    <a:pt x="430413" y="155694"/>
                    <a:pt x="411384" y="155694"/>
                  </a:cubicBezTo>
                  <a:lnTo>
                    <a:pt x="71747" y="155694"/>
                  </a:lnTo>
                  <a:cubicBezTo>
                    <a:pt x="32122" y="155694"/>
                    <a:pt x="0" y="123572"/>
                    <a:pt x="0" y="83947"/>
                  </a:cubicBezTo>
                  <a:lnTo>
                    <a:pt x="0" y="71747"/>
                  </a:lnTo>
                  <a:cubicBezTo>
                    <a:pt x="0" y="32122"/>
                    <a:pt x="32122" y="0"/>
                    <a:pt x="71747" y="0"/>
                  </a:cubicBezTo>
                  <a:close/>
                </a:path>
              </a:pathLst>
            </a:custGeom>
            <a:solidFill>
              <a:srgbClr val="C44F4F">
                <a:alpha val="89804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83132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HTTP JSON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957208" y="8849038"/>
            <a:ext cx="1834391" cy="591151"/>
            <a:chOff x="0" y="0"/>
            <a:chExt cx="483132" cy="15569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3132" cy="155694"/>
            </a:xfrm>
            <a:custGeom>
              <a:avLst/>
              <a:gdLst/>
              <a:ahLst/>
              <a:cxnLst/>
              <a:rect r="r" b="b" t="t" l="l"/>
              <a:pathLst>
                <a:path h="155694" w="483132">
                  <a:moveTo>
                    <a:pt x="71747" y="0"/>
                  </a:moveTo>
                  <a:lnTo>
                    <a:pt x="411384" y="0"/>
                  </a:lnTo>
                  <a:cubicBezTo>
                    <a:pt x="430413" y="0"/>
                    <a:pt x="448662" y="7559"/>
                    <a:pt x="462117" y="21014"/>
                  </a:cubicBezTo>
                  <a:cubicBezTo>
                    <a:pt x="475573" y="34470"/>
                    <a:pt x="483132" y="52719"/>
                    <a:pt x="483132" y="71747"/>
                  </a:cubicBezTo>
                  <a:lnTo>
                    <a:pt x="483132" y="83947"/>
                  </a:lnTo>
                  <a:cubicBezTo>
                    <a:pt x="483132" y="102975"/>
                    <a:pt x="475573" y="121225"/>
                    <a:pt x="462117" y="134680"/>
                  </a:cubicBezTo>
                  <a:cubicBezTo>
                    <a:pt x="448662" y="148135"/>
                    <a:pt x="430413" y="155694"/>
                    <a:pt x="411384" y="155694"/>
                  </a:cubicBezTo>
                  <a:lnTo>
                    <a:pt x="71747" y="155694"/>
                  </a:lnTo>
                  <a:cubicBezTo>
                    <a:pt x="32122" y="155694"/>
                    <a:pt x="0" y="123572"/>
                    <a:pt x="0" y="83947"/>
                  </a:cubicBezTo>
                  <a:lnTo>
                    <a:pt x="0" y="71747"/>
                  </a:lnTo>
                  <a:cubicBezTo>
                    <a:pt x="0" y="32122"/>
                    <a:pt x="32122" y="0"/>
                    <a:pt x="71747" y="0"/>
                  </a:cubicBezTo>
                  <a:close/>
                </a:path>
              </a:pathLst>
            </a:custGeom>
            <a:solidFill>
              <a:srgbClr val="C44F4F">
                <a:alpha val="89804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83132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API GET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91624" y="8849038"/>
            <a:ext cx="1834391" cy="591151"/>
            <a:chOff x="0" y="0"/>
            <a:chExt cx="483132" cy="1556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3132" cy="155694"/>
            </a:xfrm>
            <a:custGeom>
              <a:avLst/>
              <a:gdLst/>
              <a:ahLst/>
              <a:cxnLst/>
              <a:rect r="r" b="b" t="t" l="l"/>
              <a:pathLst>
                <a:path h="155694" w="483132">
                  <a:moveTo>
                    <a:pt x="71747" y="0"/>
                  </a:moveTo>
                  <a:lnTo>
                    <a:pt x="411384" y="0"/>
                  </a:lnTo>
                  <a:cubicBezTo>
                    <a:pt x="430413" y="0"/>
                    <a:pt x="448662" y="7559"/>
                    <a:pt x="462117" y="21014"/>
                  </a:cubicBezTo>
                  <a:cubicBezTo>
                    <a:pt x="475573" y="34470"/>
                    <a:pt x="483132" y="52719"/>
                    <a:pt x="483132" y="71747"/>
                  </a:cubicBezTo>
                  <a:lnTo>
                    <a:pt x="483132" y="83947"/>
                  </a:lnTo>
                  <a:cubicBezTo>
                    <a:pt x="483132" y="102975"/>
                    <a:pt x="475573" y="121225"/>
                    <a:pt x="462117" y="134680"/>
                  </a:cubicBezTo>
                  <a:cubicBezTo>
                    <a:pt x="448662" y="148135"/>
                    <a:pt x="430413" y="155694"/>
                    <a:pt x="411384" y="155694"/>
                  </a:cubicBezTo>
                  <a:lnTo>
                    <a:pt x="71747" y="155694"/>
                  </a:lnTo>
                  <a:cubicBezTo>
                    <a:pt x="32122" y="155694"/>
                    <a:pt x="0" y="123572"/>
                    <a:pt x="0" y="83947"/>
                  </a:cubicBezTo>
                  <a:lnTo>
                    <a:pt x="0" y="71747"/>
                  </a:lnTo>
                  <a:cubicBezTo>
                    <a:pt x="0" y="32122"/>
                    <a:pt x="32122" y="0"/>
                    <a:pt x="71747" y="0"/>
                  </a:cubicBezTo>
                  <a:close/>
                </a:path>
              </a:pathLst>
            </a:custGeom>
            <a:solidFill>
              <a:srgbClr val="C44F4F">
                <a:alpha val="89804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83132" cy="193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API POST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6665" y="-152166"/>
            <a:ext cx="18605690" cy="10529934"/>
            <a:chOff x="0" y="0"/>
            <a:chExt cx="4900264" cy="2773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00264" cy="2773316"/>
            </a:xfrm>
            <a:custGeom>
              <a:avLst/>
              <a:gdLst/>
              <a:ahLst/>
              <a:cxnLst/>
              <a:rect r="r" b="b" t="t" l="l"/>
              <a:pathLst>
                <a:path h="2773316" w="4900264">
                  <a:moveTo>
                    <a:pt x="0" y="0"/>
                  </a:moveTo>
                  <a:lnTo>
                    <a:pt x="4900264" y="0"/>
                  </a:lnTo>
                  <a:lnTo>
                    <a:pt x="4900264" y="2773316"/>
                  </a:lnTo>
                  <a:lnTo>
                    <a:pt x="0" y="2773316"/>
                  </a:lnTo>
                  <a:close/>
                </a:path>
              </a:pathLst>
            </a:custGeom>
            <a:solidFill>
              <a:srgbClr val="000000">
                <a:alpha val="3686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900264" cy="2849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1318" y="733307"/>
            <a:ext cx="1681550" cy="44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3469" spc="-204">
                <a:solidFill>
                  <a:srgbClr val="098FED"/>
                </a:solidFill>
                <a:latin typeface="Canva Sans"/>
                <a:ea typeface="Canva Sans"/>
                <a:cs typeface="Canva Sans"/>
                <a:sym typeface="Canva Sans"/>
              </a:rPr>
              <a:t>ИАРА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23250" y="614344"/>
            <a:ext cx="614078" cy="614078"/>
          </a:xfrm>
          <a:custGeom>
            <a:avLst/>
            <a:gdLst/>
            <a:ahLst/>
            <a:cxnLst/>
            <a:rect r="r" b="b" t="t" l="l"/>
            <a:pathLst>
              <a:path h="614078" w="614078">
                <a:moveTo>
                  <a:pt x="0" y="0"/>
                </a:moveTo>
                <a:lnTo>
                  <a:pt x="614078" y="0"/>
                </a:lnTo>
                <a:lnTo>
                  <a:pt x="614078" y="614078"/>
                </a:lnTo>
                <a:lnTo>
                  <a:pt x="0" y="61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91123" y="4490734"/>
            <a:ext cx="12705755" cy="115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0"/>
              </a:lnSpc>
              <a:spcBef>
                <a:spcPct val="0"/>
              </a:spcBef>
            </a:pPr>
            <a:r>
              <a:rPr lang="en-US" sz="6757" spc="4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Преминаваме към проекта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DAHOEE6tkvo</dc:identifier>
  <dcterms:modified xsi:type="dcterms:W3CDTF">2011-08-01T06:04:30Z</dcterms:modified>
  <cp:revision>1</cp:revision>
  <dc:title>presentation</dc:title>
</cp:coreProperties>
</file>